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专题③ 渠道健康度分析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分国家渠道运营健康度提升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执行摘要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600"/>
            </a:pPr>
            <a:r>
              <a:t>✓ 渠道生命周期分析：识别各渠道所处阶段</a:t>
            </a:r>
          </a:p>
          <a:p>
            <a:pPr>
              <a:defRPr sz="1600"/>
            </a:pPr>
            <a:r>
              <a:t>✓ 渠道差异性分析：自然/付费/红人流量结构</a:t>
            </a:r>
          </a:p>
          <a:p>
            <a:pPr>
              <a:defRPr sz="1600"/>
            </a:pPr>
            <a:r>
              <a:t>✓ 风险预警：高风险与高机会渠道识别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一、渠道生命周期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600"/>
            </a:pPr>
            <a:r>
              <a:t>渠道生命周期：</a:t>
            </a:r>
          </a:p>
          <a:p>
            <a:pPr>
              <a:defRPr sz="1600"/>
            </a:pPr>
            <a:r>
              <a:t>• AMZ: 导入期</a:t>
            </a:r>
          </a:p>
          <a:p>
            <a:pPr>
              <a:defRPr sz="1600"/>
            </a:pPr>
            <a:r>
              <a:t>• DTC: 成长期</a:t>
            </a:r>
          </a:p>
          <a:p>
            <a:pPr>
              <a:defRPr sz="1600"/>
            </a:pPr>
            <a:r>
              <a:t>• Instagram: 成长期</a:t>
            </a:r>
          </a:p>
          <a:p>
            <a:pPr>
              <a:defRPr sz="1600"/>
            </a:pPr>
            <a:r>
              <a:t>• TikTok: 成长期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二、风险与机会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600"/>
            </a:pPr>
            <a:r>
              <a:t>风险与机会：</a:t>
            </a:r>
          </a:p>
          <a:p>
            <a:br/>
            <a:pPr>
              <a:defRPr sz="1600"/>
            </a:pPr>
            <a:r>
              <a:t>⚠️ 高风险：</a:t>
            </a:r>
          </a:p>
          <a:p>
            <a:pPr>
              <a:defRPr sz="1600"/>
            </a:pPr>
            <a:r>
              <a:t>  AMZ/AU</a:t>
            </a:r>
          </a:p>
          <a:p>
            <a:pPr>
              <a:defRPr sz="1600"/>
            </a:pPr>
            <a:r>
              <a:t>  DTC/AU</a:t>
            </a:r>
          </a:p>
          <a:p>
            <a:pPr>
              <a:defRPr sz="1600"/>
            </a:pPr>
            <a:r>
              <a:t>  TikTok/US</a:t>
            </a:r>
          </a:p>
          <a:p>
            <a:br/>
            <a:pPr>
              <a:defRPr sz="1600"/>
            </a:pPr>
            <a:r>
              <a:t>✅ 高机会：</a:t>
            </a:r>
          </a:p>
          <a:p>
            <a:pPr>
              <a:defRPr sz="1600"/>
            </a:pPr>
            <a:r>
              <a:t>  AMZ/US</a:t>
            </a:r>
          </a:p>
          <a:p>
            <a:pPr>
              <a:defRPr sz="1600"/>
            </a:pPr>
            <a:r>
              <a:t>  AMZ/AU</a:t>
            </a:r>
          </a:p>
          <a:p>
            <a:pPr>
              <a:defRPr sz="1600"/>
            </a:pPr>
            <a:r>
              <a:t>  DTC/US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三、驱动动作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600"/>
            </a:pPr>
            <a:r>
              <a:t>1. 对高风险渠道制定改进计划</a:t>
            </a:r>
          </a:p>
          <a:p>
            <a:pPr>
              <a:defRPr sz="1600"/>
            </a:pPr>
            <a:r>
              <a:t>2. 加大高机会渠道资源投入</a:t>
            </a:r>
          </a:p>
          <a:p>
            <a:pPr>
              <a:defRPr sz="1600"/>
            </a:pPr>
            <a:r>
              <a:t>3. 优化流量结构配比</a:t>
            </a:r>
          </a:p>
          <a:p>
            <a:pPr>
              <a:defRPr sz="1600"/>
            </a:pPr>
            <a:r>
              <a:t>4. 调整库存策略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