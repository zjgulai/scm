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专题④ 营销ROI分析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营销项目类型ROI量化提升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✓ 营销活动效果分析：各活动类型ROI对比</a:t>
            </a:r>
          </a:p>
          <a:p>
            <a:pPr>
              <a:defRPr sz="1600"/>
            </a:pPr>
            <a:r>
              <a:t>✓ 费用结构分析：CPM/CPC效率指标</a:t>
            </a:r>
          </a:p>
          <a:p>
            <a:pPr>
              <a:defRPr sz="1600"/>
            </a:pPr>
            <a:r>
              <a:t>✓ 活动ROI排名：高ROI/低ROI活动识别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一、营销活动效果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各活动类型ROI：</a:t>
            </a:r>
          </a:p>
          <a:p>
            <a:pPr>
              <a:defRPr sz="1600"/>
            </a:pPr>
            <a:r>
              <a:t>• brand: ROI=5.14, CTR=1.01%</a:t>
            </a:r>
          </a:p>
          <a:p>
            <a:pPr>
              <a:defRPr sz="1600"/>
            </a:pPr>
            <a:r>
              <a:t>• kol: ROI=5.00, CTR=0.92%</a:t>
            </a:r>
          </a:p>
          <a:p>
            <a:pPr>
              <a:defRPr sz="1600"/>
            </a:pPr>
            <a:r>
              <a:t>• performance: ROI=4.99, CTR=1.00%</a:t>
            </a:r>
          </a:p>
          <a:p>
            <a:pPr>
              <a:defRPr sz="1600"/>
            </a:pPr>
            <a:r>
              <a:t>• promo: ROI=4.79, CTR=0.90%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二、费用效率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最新月份费用效率：</a:t>
            </a:r>
          </a:p>
          <a:p>
            <a:pPr>
              <a:defRPr sz="1600"/>
            </a:pPr>
            <a:r>
              <a:t>• 广告花费: $2,502,113</a:t>
            </a:r>
          </a:p>
          <a:p>
            <a:pPr>
              <a:defRPr sz="1600"/>
            </a:pPr>
            <a:r>
              <a:t>• CPM: $10.07</a:t>
            </a:r>
          </a:p>
          <a:p>
            <a:pPr>
              <a:defRPr sz="1600"/>
            </a:pPr>
            <a:r>
              <a:t>• CPC: $1.06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三、ROI排名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高ROI活动：</a:t>
            </a:r>
          </a:p>
          <a:p>
            <a:pPr>
              <a:defRPr sz="1600"/>
            </a:pPr>
            <a:r>
              <a:t>• C1: ROI=4.11</a:t>
            </a:r>
          </a:p>
          <a:p>
            <a:pPr>
              <a:defRPr sz="1600"/>
            </a:pPr>
            <a:r>
              <a:t>• C2: ROI=4.29</a:t>
            </a:r>
          </a:p>
          <a:p>
            <a:pPr>
              <a:defRPr sz="1600"/>
            </a:pPr>
            <a:r>
              <a:t>• C3: ROI=3.93</a:t>
            </a:r>
          </a:p>
          <a:p>
            <a:pPr>
              <a:defRPr sz="1600"/>
            </a:pPr>
            <a:r>
              <a:t>• C4: ROI=3.93</a:t>
            </a:r>
          </a:p>
          <a:p>
            <a:pPr>
              <a:defRPr sz="1600"/>
            </a:pPr>
            <a:r>
              <a:t>• C5: ROI=4.13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四、驱动动作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1. 加大高ROI活动投入</a:t>
            </a:r>
          </a:p>
          <a:p>
            <a:pPr>
              <a:defRPr sz="1600"/>
            </a:pPr>
            <a:r>
              <a:t>2. 优化低ROI活动预算</a:t>
            </a:r>
          </a:p>
          <a:p>
            <a:pPr>
              <a:defRPr sz="1600"/>
            </a:pPr>
            <a:r>
              <a:t>3. 降低CPM/CPC成本</a:t>
            </a:r>
          </a:p>
          <a:p>
            <a:pPr>
              <a:defRPr sz="1600"/>
            </a:pPr>
            <a:r>
              <a:t>4. 建立ROI监控机制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