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专题① VOC数据洞察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全域用户声音分析 - 货架内/外/竞品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执行摘要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✓ 货架内分析：识别产品痛点与亮点</a:t>
            </a:r>
          </a:p>
          <a:p>
            <a:pPr>
              <a:defRPr sz="1600"/>
            </a:pPr>
            <a:r>
              <a:t>✓ 货架外分析：发现高潜需求与第二大单品机会</a:t>
            </a:r>
          </a:p>
          <a:p>
            <a:pPr>
              <a:defRPr sz="1600"/>
            </a:pPr>
            <a:r>
              <a:t>✓ 竞品分析：提炼本土化营销话术</a:t>
            </a:r>
          </a:p>
          <a:p>
            <a:pPr>
              <a:defRPr sz="1600"/>
            </a:pPr>
            <a:r>
              <a:t>✓ 趋势分析：指导渠道布局与流量投入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一、货架内用户声音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核心发现：</a:t>
            </a:r>
          </a:p>
          <a:p>
            <a:pPr>
              <a:defRPr sz="1600"/>
            </a:pPr>
            <a:r>
              <a:t>• SPU209在AU差评率18.8%</a:t>
            </a:r>
          </a:p>
          <a:p>
            <a:pPr>
              <a:defRPr sz="1600"/>
            </a:pPr>
            <a:r>
              <a:t>• SPU202在UK差评率20.8%</a:t>
            </a:r>
          </a:p>
          <a:p>
            <a:pPr>
              <a:defRPr sz="1600"/>
            </a:pPr>
            <a:r>
              <a:t>• DTC渠道差评率整体高于AMZ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驱动动作：优化产品细节，提升用户满意度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/>
            </a:pPr>
            <a:r>
              <a:t>货架内Top痛点</a:t>
            </a:r>
          </a:p>
        </p:txBody>
      </p:sp>
      <p:pic>
        <p:nvPicPr>
          <p:cNvPr id="4" name="Picture 3" descr="chart_pain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8229600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二、货架外高潜需求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核心发现：</a:t>
            </a:r>
          </a:p>
          <a:p>
            <a:pPr>
              <a:defRPr sz="1600"/>
            </a:pPr>
            <a:r>
              <a:t>• 高浓度社区：BabyCenter, Reddit, Mumsnet</a:t>
            </a:r>
          </a:p>
          <a:p>
            <a:pPr>
              <a:defRPr sz="1600"/>
            </a:pPr>
            <a:r>
              <a:t>• Momcozy社媒提及284次，好评率49.3%</a:t>
            </a:r>
          </a:p>
          <a:p>
            <a:pPr>
              <a:defRPr sz="1600"/>
            </a:pPr>
            <a:r>
              <a:t>• Spectra/Medela竞品好评率更高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驱动动作：在高浓度社区增加内容投放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三、竞品机会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竞品机会分析：</a:t>
            </a:r>
          </a:p>
          <a:p>
            <a:pPr>
              <a:defRPr sz="1600"/>
            </a:pPr>
            <a:r>
              <a:t>• AU/AMZ: 比BabyBuddha高0.1分</a:t>
            </a:r>
          </a:p>
          <a:p>
            <a:pPr>
              <a:defRPr sz="1600"/>
            </a:pPr>
            <a:r>
              <a:t>• FR/AMZ: 比BabyBuddha高0.5分</a:t>
            </a:r>
          </a:p>
          <a:p>
            <a:pPr>
              <a:defRPr sz="1600"/>
            </a:pPr>
            <a:r>
              <a:t>• FR/DTC: 比BabyBuddha高0.4分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四、核心结论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600"/>
            </a:pPr>
            <a:r>
              <a:t>============================================================</a:t>
            </a:r>
          </a:p>
          <a:p>
            <a:pPr>
              <a:defRPr sz="1600"/>
            </a:pPr>
            <a:r>
              <a:t>专题① VOC数据洞察 - 核心结论</a:t>
            </a:r>
          </a:p>
          <a:p>
            <a:pPr>
              <a:defRPr sz="1600"/>
            </a:pPr>
            <a:r>
              <a:t>============================================================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【一、货架内用户声音】</a:t>
            </a:r>
          </a:p>
          <a:p>
            <a:pPr>
              <a:defRPr sz="1600"/>
            </a:pPr>
            <a:r>
              <a:t>• DTC_US SPU209: 差评率18.8%, 评分4.3</a:t>
            </a:r>
          </a:p>
          <a:p>
            <a:pPr>
              <a:defRPr sz="1600"/>
            </a:pPr>
            <a:r>
              <a:t>• DTC_UK SPU202: 差评率20.8%, 评分4.2</a:t>
            </a:r>
          </a:p>
          <a:p>
            <a:pPr>
              <a:defRPr sz="1600"/>
            </a:pPr>
            <a:r>
              <a:t>• AMZ_DE SPU207: 差评率18.0%, 评分4.1</a:t>
            </a:r>
          </a:p>
          <a:p>
            <a:pPr>
              <a:defRPr sz="1600"/>
            </a:pPr>
            <a:r>
              <a:t>• DTC_US SPU205: 差评率18.2%, 评分4.2</a:t>
            </a:r>
          </a:p>
          <a:p>
            <a:pPr>
              <a:defRPr sz="1600"/>
            </a:pPr>
            <a:r>
              <a:t>• AMZ_DE SPU203: 差评率15.5%, 评分4.1</a:t>
            </a:r>
          </a:p>
          <a:p>
            <a:pPr>
              <a:defRPr sz="1600"/>
            </a:pPr>
          </a:p>
          <a:p>
            <a:pPr>
              <a:defRPr sz="1600"/>
            </a:pPr>
            <a:r>
              <a:t>关键痛点：</a:t>
            </a:r>
          </a:p>
          <a:p>
            <a:pPr>
              <a:defRPr sz="1600"/>
            </a:pPr>
            <a:r>
              <a:t>  - SPU209 在 AU 差评率高达 18.8%</a:t>
            </a:r>
          </a:p>
          <a:p>
            <a:pPr>
              <a:defRPr sz="1600"/>
            </a:pPr>
            <a:r>
              <a:t>  - SPU202 在 AU 差评率高达 20.8%</a:t>
            </a:r>
          </a:p>
          <a:p>
            <a:pPr>
              <a:defRPr sz="1600"/>
            </a:pPr>
            <a:r>
              <a:t>  - SPU207 在 DE 差评率高达 18.0%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