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Sheet10 用户多维洞察（新版）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YTD2026P2 vs YTD2025P2 | 资源匹配度与价值产出效率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51C2C"/>
                </a:solidFill>
              </a:rPr>
              <a:t>P2 整体 KPI YoY 对比</a:t>
            </a:r>
          </a:p>
        </p:txBody>
      </p:sp>
      <p:pic>
        <p:nvPicPr>
          <p:cNvPr id="3" name="Picture 2" descr="sheet10_overall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1078992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F8C8D"/>
                </a:solidFill>
              </a:rPr>
              <a:t>口径：总推广费=广告费+GTM推广费，不含折扣额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51C2C"/>
                </a:solidFill>
              </a:rPr>
              <a:t>P3 区域对比（北美 vs 欧洲）</a:t>
            </a:r>
          </a:p>
        </p:txBody>
      </p:sp>
      <p:pic>
        <p:nvPicPr>
          <p:cNvPr id="3" name="Picture 2" descr="sheet10_region_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51C2C"/>
                </a:solidFill>
              </a:rPr>
              <a:t>P4 新老客对比（整体区域）</a:t>
            </a:r>
          </a:p>
        </p:txBody>
      </p:sp>
      <p:pic>
        <p:nvPicPr>
          <p:cNvPr id="3" name="Picture 2" descr="sheet10_customer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51C2C"/>
                </a:solidFill>
              </a:rPr>
              <a:t>P5 资源匹配四象限</a:t>
            </a:r>
          </a:p>
        </p:txBody>
      </p:sp>
      <p:pic>
        <p:nvPicPr>
          <p:cNvPr id="3" name="Picture 2" descr="sheet10_resource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51C2C"/>
                </a:solidFill>
              </a:rPr>
              <a:t>P6 CAC 同比 + 折扣力度同比</a:t>
            </a:r>
          </a:p>
        </p:txBody>
      </p:sp>
      <p:pic>
        <p:nvPicPr>
          <p:cNvPr id="3" name="Picture 2" descr="sheet10_cac_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51C2C"/>
                </a:solidFill>
              </a:rPr>
              <a:t>P7 推广费结构（广告 vs GTM）</a:t>
            </a:r>
          </a:p>
        </p:txBody>
      </p:sp>
      <p:pic>
        <p:nvPicPr>
          <p:cNvPr id="3" name="Picture 2" descr="sheet10_promo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P8 关键发现与行动建议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1) 整体ARPU同比：14.64%（897.30 -&gt; 1028.70）</a:t>
            </a:r>
          </a:p>
          <a:p>
            <a:pPr>
              <a:defRPr sz="1600"/>
            </a:pPr>
            <a:r>
              <a:t>2) 整体总推广费同比：226.84%（2868161 -&gt; 9374224）</a:t>
            </a:r>
          </a:p>
          <a:p>
            <a:pPr>
              <a:defRPr sz="1600"/>
            </a:pPr>
            <a:r>
              <a:t>3) 最优效率维度：欧洲-老客，每元推广费产出毛利额 12.44</a:t>
            </a:r>
          </a:p>
          <a:p>
            <a:pPr>
              <a:defRPr sz="1600"/>
            </a:pPr>
            <a:r>
              <a:t>4) 最需优化维度：北美-新客，资源匹配差 -8.53pp</a:t>
            </a:r>
          </a:p>
          <a:p>
            <a:pPr>
              <a:defRPr sz="1600"/>
            </a:pPr>
            <a:r>
              <a:t>5) 建议：放大高效率维度预算，压缩负匹配维度投放，联动CAC与折扣力度双护栏治理。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